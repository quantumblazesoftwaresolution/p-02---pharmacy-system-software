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A1E"/>
    <a:srgbClr val="0012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65" autoAdjust="0"/>
    <p:restoredTop sz="94660"/>
  </p:normalViewPr>
  <p:slideViewPr>
    <p:cSldViewPr snapToGrid="0">
      <p:cViewPr>
        <p:scale>
          <a:sx n="130" d="100"/>
          <a:sy n="130" d="100"/>
        </p:scale>
        <p:origin x="1698" y="-348"/>
      </p:cViewPr>
      <p:guideLst>
        <p:guide orient="horz" pos="31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6/20/2025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66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6/20/2025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014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6/20/2025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468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6/20/2025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713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6/20/2025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79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6/20/2025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242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6/20/2025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9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6/20/2025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21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6/20/2025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35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6/20/2025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924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4FEC-236F-4868-8F03-87BECBE3AFDA}" type="datetimeFigureOut">
              <a:rPr lang="en-US" smtClean="0"/>
              <a:t>6/20/2025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954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BA4FEC-236F-4868-8F03-87BECBE3AFDA}" type="datetimeFigureOut">
              <a:rPr lang="en-US" smtClean="0"/>
              <a:t>6/20/2025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9524CD-2809-4799-AB67-292A595C7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15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Picture 81">
            <a:extLst>
              <a:ext uri="{FF2B5EF4-FFF2-40B4-BE49-F238E27FC236}">
                <a16:creationId xmlns:a16="http://schemas.microsoft.com/office/drawing/2014/main" id="{5ADE3A15-5A78-BE79-7C63-8ECC9C05022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98" t="9045" r="19926" b="12385"/>
          <a:stretch>
            <a:fillRect/>
          </a:stretch>
        </p:blipFill>
        <p:spPr>
          <a:xfrm>
            <a:off x="1445727" y="2398954"/>
            <a:ext cx="3966546" cy="511949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31C5C95-DE04-A468-4DB1-911AEE2A504F}"/>
              </a:ext>
            </a:extLst>
          </p:cNvPr>
          <p:cNvSpPr/>
          <p:nvPr/>
        </p:nvSpPr>
        <p:spPr>
          <a:xfrm>
            <a:off x="0" y="1"/>
            <a:ext cx="6858000" cy="1454150"/>
          </a:xfrm>
          <a:prstGeom prst="rect">
            <a:avLst/>
          </a:prstGeom>
          <a:solidFill>
            <a:srgbClr val="00123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+mj-lt"/>
            </a:endParaRPr>
          </a:p>
        </p:txBody>
      </p:sp>
      <p:pic>
        <p:nvPicPr>
          <p:cNvPr id="1026" name="Picture 2" descr="Blue Black Background Images – Browse 10,268,741 Stock ...">
            <a:extLst>
              <a:ext uri="{FF2B5EF4-FFF2-40B4-BE49-F238E27FC236}">
                <a16:creationId xmlns:a16="http://schemas.microsoft.com/office/drawing/2014/main" id="{E44C5DCF-3FA6-6F33-D17D-14970A8927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6858000" cy="14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337042F-94E3-8805-750B-1E614CBA2B8D}"/>
              </a:ext>
            </a:extLst>
          </p:cNvPr>
          <p:cNvSpPr txBox="1"/>
          <p:nvPr/>
        </p:nvSpPr>
        <p:spPr>
          <a:xfrm>
            <a:off x="4568507" y="181295"/>
            <a:ext cx="20092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>
                <a:solidFill>
                  <a:schemeClr val="bg1"/>
                </a:solidFill>
                <a:latin typeface="Aptos ExtraBold" panose="020B0004020202020204" pitchFamily="34" charset="0"/>
              </a:rPr>
              <a:t>INVOICE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1AB455-CB01-7636-A3C2-5A7A2BF1332F}"/>
              </a:ext>
            </a:extLst>
          </p:cNvPr>
          <p:cNvSpPr txBox="1"/>
          <p:nvPr/>
        </p:nvSpPr>
        <p:spPr>
          <a:xfrm>
            <a:off x="5242275" y="716532"/>
            <a:ext cx="133550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en-US" sz="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ORDER NUMBER: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58D810-DC87-56DC-B56C-224C56A3F9EF}"/>
              </a:ext>
            </a:extLst>
          </p:cNvPr>
          <p:cNvSpPr txBox="1"/>
          <p:nvPr/>
        </p:nvSpPr>
        <p:spPr>
          <a:xfrm>
            <a:off x="5771331" y="931977"/>
            <a:ext cx="806450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en-US" sz="12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#000002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7BA6CE-3ABA-B335-117F-66D2E389C7B6}"/>
              </a:ext>
            </a:extLst>
          </p:cNvPr>
          <p:cNvSpPr txBox="1"/>
          <p:nvPr/>
        </p:nvSpPr>
        <p:spPr>
          <a:xfrm>
            <a:off x="280218" y="181295"/>
            <a:ext cx="19516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Aptos ExtraBold" panose="020B0004020202020204" pitchFamily="34" charset="0"/>
              </a:rPr>
              <a:t>QUANTUM BLAZE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989343-FBA4-8CEE-FB75-220EAFE872BC}"/>
              </a:ext>
            </a:extLst>
          </p:cNvPr>
          <p:cNvSpPr txBox="1"/>
          <p:nvPr/>
        </p:nvSpPr>
        <p:spPr>
          <a:xfrm>
            <a:off x="280218" y="1016724"/>
            <a:ext cx="1951623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SOFTWARE SOLUTION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F4F8B72-CE0D-A44D-A9B9-0B4A9D42D82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98" t="9045" r="19926" b="12385"/>
          <a:stretch>
            <a:fillRect/>
          </a:stretch>
        </p:blipFill>
        <p:spPr>
          <a:xfrm>
            <a:off x="3025775" y="197464"/>
            <a:ext cx="806450" cy="10408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240D945-2394-947A-58AF-0665AB0F6D1A}"/>
              </a:ext>
            </a:extLst>
          </p:cNvPr>
          <p:cNvSpPr txBox="1"/>
          <p:nvPr/>
        </p:nvSpPr>
        <p:spPr>
          <a:xfrm>
            <a:off x="280218" y="1739145"/>
            <a:ext cx="5405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FROM: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CBEBAD-584A-6A55-9109-9D53AB013858}"/>
              </a:ext>
            </a:extLst>
          </p:cNvPr>
          <p:cNvSpPr txBox="1"/>
          <p:nvPr/>
        </p:nvSpPr>
        <p:spPr>
          <a:xfrm>
            <a:off x="280218" y="1985366"/>
            <a:ext cx="24673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rPr>
              <a:t>QUANTUM BLAZE Software Solution</a:t>
            </a:r>
          </a:p>
          <a:p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quantumblazesoftwaresolution@gmail.com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152A09-3943-0711-07BE-004EF785194A}"/>
              </a:ext>
            </a:extLst>
          </p:cNvPr>
          <p:cNvSpPr txBox="1"/>
          <p:nvPr/>
        </p:nvSpPr>
        <p:spPr>
          <a:xfrm>
            <a:off x="5747104" y="1739145"/>
            <a:ext cx="83067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INVOICE TO: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55E619-857D-7F31-0963-E48BA5CA371D}"/>
              </a:ext>
            </a:extLst>
          </p:cNvPr>
          <p:cNvSpPr txBox="1"/>
          <p:nvPr/>
        </p:nvSpPr>
        <p:spPr>
          <a:xfrm>
            <a:off x="4292907" y="1985366"/>
            <a:ext cx="227985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rPr>
              <a:t>Milani Wijewardhana</a:t>
            </a:r>
          </a:p>
          <a:p>
            <a:pPr algn="r"/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Ayusha Pharmacy &amp; Grocery,</a:t>
            </a:r>
          </a:p>
          <a:p>
            <a:pPr algn="r"/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No, 55 /1/2, welikadamulla, Attanagalla.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871A6DD-9DE5-3E6D-28D3-170D667B1DD5}"/>
              </a:ext>
            </a:extLst>
          </p:cNvPr>
          <p:cNvCxnSpPr>
            <a:cxnSpLocks/>
          </p:cNvCxnSpPr>
          <p:nvPr/>
        </p:nvCxnSpPr>
        <p:spPr>
          <a:xfrm>
            <a:off x="280218" y="2539364"/>
            <a:ext cx="6297563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8AB02D97-ABD0-EB80-DA12-6C2F08FA82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012336"/>
              </p:ext>
            </p:extLst>
          </p:nvPr>
        </p:nvGraphicFramePr>
        <p:xfrm>
          <a:off x="272845" y="2720658"/>
          <a:ext cx="6304934" cy="1097280"/>
        </p:xfrm>
        <a:graphic>
          <a:graphicData uri="http://schemas.openxmlformats.org/drawingml/2006/table">
            <a:tbl>
              <a:tblPr/>
              <a:tblGrid>
                <a:gridCol w="848032">
                  <a:extLst>
                    <a:ext uri="{9D8B030D-6E8A-4147-A177-3AD203B41FA5}">
                      <a16:colId xmlns:a16="http://schemas.microsoft.com/office/drawing/2014/main" val="1115069996"/>
                    </a:ext>
                  </a:extLst>
                </a:gridCol>
                <a:gridCol w="2580968">
                  <a:extLst>
                    <a:ext uri="{9D8B030D-6E8A-4147-A177-3AD203B41FA5}">
                      <a16:colId xmlns:a16="http://schemas.microsoft.com/office/drawing/2014/main" val="358656254"/>
                    </a:ext>
                  </a:extLst>
                </a:gridCol>
                <a:gridCol w="929149">
                  <a:extLst>
                    <a:ext uri="{9D8B030D-6E8A-4147-A177-3AD203B41FA5}">
                      <a16:colId xmlns:a16="http://schemas.microsoft.com/office/drawing/2014/main" val="3794008429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174392410"/>
                    </a:ext>
                  </a:extLst>
                </a:gridCol>
                <a:gridCol w="523567">
                  <a:extLst>
                    <a:ext uri="{9D8B030D-6E8A-4147-A177-3AD203B41FA5}">
                      <a16:colId xmlns:a16="http://schemas.microsoft.com/office/drawing/2014/main" val="4124529100"/>
                    </a:ext>
                  </a:extLst>
                </a:gridCol>
                <a:gridCol w="966018">
                  <a:extLst>
                    <a:ext uri="{9D8B030D-6E8A-4147-A177-3AD203B41FA5}">
                      <a16:colId xmlns:a16="http://schemas.microsoft.com/office/drawing/2014/main" val="3094348763"/>
                    </a:ext>
                  </a:extLst>
                </a:gridCol>
              </a:tblGrid>
              <a:tr h="206477">
                <a:tc>
                  <a:txBody>
                    <a:bodyPr/>
                    <a:lstStyle/>
                    <a:p>
                      <a:r>
                        <a:rPr lang="en-US" sz="1000" dirty="0"/>
                        <a:t>Pro. ID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Description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Rate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QTY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Dis %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Amount</a:t>
                      </a:r>
                    </a:p>
                  </a:txBody>
                  <a:tcPr>
                    <a:lnL w="6350" cmpd="sng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mpd="sng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0757470"/>
                  </a:ext>
                </a:extLst>
              </a:tr>
              <a:tr h="206477">
                <a:tc>
                  <a:txBody>
                    <a:bodyPr/>
                    <a:lstStyle/>
                    <a:p>
                      <a:r>
                        <a:rPr lang="en-US" sz="1000" dirty="0"/>
                        <a:t>QBP-000002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Pharmacy POS System with Billing &amp; Inventory Management – A complete software solution for seamless sales transactions, stock tracking, and automated reporting to optimize pharmacy operations.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Rs. 52,000.00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0%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Rs. 52,000.00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1185109"/>
                  </a:ext>
                </a:extLst>
              </a:tr>
            </a:tbl>
          </a:graphicData>
        </a:graphic>
      </p:graphicFrame>
      <p:sp>
        <p:nvSpPr>
          <p:cNvPr id="39" name="TextBox 38">
            <a:extLst>
              <a:ext uri="{FF2B5EF4-FFF2-40B4-BE49-F238E27FC236}">
                <a16:creationId xmlns:a16="http://schemas.microsoft.com/office/drawing/2014/main" id="{9145A797-5AED-5C39-BC4C-6F3D92F34739}"/>
              </a:ext>
            </a:extLst>
          </p:cNvPr>
          <p:cNvSpPr txBox="1"/>
          <p:nvPr/>
        </p:nvSpPr>
        <p:spPr>
          <a:xfrm>
            <a:off x="280218" y="4120018"/>
            <a:ext cx="264207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rPr>
              <a:t>This project is eligible for a 6-month Warranty! </a:t>
            </a:r>
            <a:r>
              <a:rPr lang="en-US" sz="1000" b="1" dirty="0">
                <a:solidFill>
                  <a:srgbClr val="FF0000"/>
                </a:solidFill>
                <a:latin typeface="+mj-lt"/>
              </a:rPr>
              <a:t>*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0B9158-5A6D-2197-58C1-659C2290BCB1}"/>
              </a:ext>
            </a:extLst>
          </p:cNvPr>
          <p:cNvSpPr txBox="1"/>
          <p:nvPr/>
        </p:nvSpPr>
        <p:spPr>
          <a:xfrm>
            <a:off x="5582266" y="4120018"/>
            <a:ext cx="99551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rPr>
              <a:t>LKR: 52,000.00</a:t>
            </a:r>
            <a:endParaRPr lang="en-US" sz="1000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AE730E4-F7D3-753C-48E3-D84BF5588066}"/>
              </a:ext>
            </a:extLst>
          </p:cNvPr>
          <p:cNvSpPr txBox="1"/>
          <p:nvPr/>
        </p:nvSpPr>
        <p:spPr>
          <a:xfrm>
            <a:off x="5582266" y="4371457"/>
            <a:ext cx="99551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rPr>
              <a:t>LKR: 18,000.00</a:t>
            </a:r>
            <a:endParaRPr lang="en-US" sz="1000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C018DF0-1B9A-7F49-70C1-CBE5BE4970ED}"/>
              </a:ext>
            </a:extLst>
          </p:cNvPr>
          <p:cNvSpPr txBox="1"/>
          <p:nvPr/>
        </p:nvSpPr>
        <p:spPr>
          <a:xfrm>
            <a:off x="5582266" y="4617678"/>
            <a:ext cx="99551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rPr>
              <a:t>0%</a:t>
            </a:r>
            <a:endParaRPr lang="en-US" sz="1000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AA32794-E3CC-18A6-D569-13AF446B6305}"/>
              </a:ext>
            </a:extLst>
          </p:cNvPr>
          <p:cNvSpPr txBox="1"/>
          <p:nvPr/>
        </p:nvSpPr>
        <p:spPr>
          <a:xfrm>
            <a:off x="4129549" y="4120018"/>
            <a:ext cx="128272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rPr>
              <a:t>Gros Amount</a:t>
            </a:r>
            <a:endParaRPr lang="en-US" sz="1000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2EBBE2-538C-826E-E78E-F86A35A29CFF}"/>
              </a:ext>
            </a:extLst>
          </p:cNvPr>
          <p:cNvSpPr txBox="1"/>
          <p:nvPr/>
        </p:nvSpPr>
        <p:spPr>
          <a:xfrm>
            <a:off x="4129549" y="4371457"/>
            <a:ext cx="128272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rPr>
              <a:t>Upfront Payment</a:t>
            </a:r>
            <a:endParaRPr lang="en-US" sz="1000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A4D2AE3-F7F3-553A-21B6-CD67A9D765F9}"/>
              </a:ext>
            </a:extLst>
          </p:cNvPr>
          <p:cNvSpPr txBox="1"/>
          <p:nvPr/>
        </p:nvSpPr>
        <p:spPr>
          <a:xfrm>
            <a:off x="4129549" y="4617678"/>
            <a:ext cx="128272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rPr>
              <a:t>Discount</a:t>
            </a:r>
            <a:endParaRPr lang="en-US" sz="1000" dirty="0">
              <a:solidFill>
                <a:srgbClr val="FF0000"/>
              </a:solidFill>
              <a:latin typeface="+mj-lt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1C3E7FA-FF08-E5ED-5B1A-150DCD41DBD7}"/>
              </a:ext>
            </a:extLst>
          </p:cNvPr>
          <p:cNvCxnSpPr>
            <a:cxnSpLocks/>
          </p:cNvCxnSpPr>
          <p:nvPr/>
        </p:nvCxnSpPr>
        <p:spPr>
          <a:xfrm>
            <a:off x="4129549" y="4868448"/>
            <a:ext cx="24432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1CDCBDE-2EB0-A9BC-E2C8-5E688348F8E9}"/>
              </a:ext>
            </a:extLst>
          </p:cNvPr>
          <p:cNvSpPr txBox="1"/>
          <p:nvPr/>
        </p:nvSpPr>
        <p:spPr>
          <a:xfrm>
            <a:off x="5582266" y="4914441"/>
            <a:ext cx="99551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rPr>
              <a:t>LKR: 34,000.00</a:t>
            </a:r>
            <a:endParaRPr lang="en-US" sz="1000" b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2AC4F38-9C20-C858-888A-B43C81989B5F}"/>
              </a:ext>
            </a:extLst>
          </p:cNvPr>
          <p:cNvSpPr txBox="1"/>
          <p:nvPr/>
        </p:nvSpPr>
        <p:spPr>
          <a:xfrm>
            <a:off x="4129549" y="4914441"/>
            <a:ext cx="128272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rPr>
              <a:t>Net Amount</a:t>
            </a:r>
            <a:endParaRPr lang="en-US" sz="1000" b="1" dirty="0">
              <a:solidFill>
                <a:srgbClr val="FF0000"/>
              </a:solidFill>
              <a:latin typeface="+mj-lt"/>
            </a:endParaRP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B108295A-3DA9-4285-A694-D364F81947C3}"/>
              </a:ext>
            </a:extLst>
          </p:cNvPr>
          <p:cNvCxnSpPr>
            <a:cxnSpLocks/>
          </p:cNvCxnSpPr>
          <p:nvPr/>
        </p:nvCxnSpPr>
        <p:spPr>
          <a:xfrm>
            <a:off x="4129549" y="5159134"/>
            <a:ext cx="24432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D27D078-B4A7-5550-8409-89739F92DF57}"/>
              </a:ext>
            </a:extLst>
          </p:cNvPr>
          <p:cNvCxnSpPr>
            <a:cxnSpLocks/>
          </p:cNvCxnSpPr>
          <p:nvPr/>
        </p:nvCxnSpPr>
        <p:spPr>
          <a:xfrm>
            <a:off x="4129549" y="5184156"/>
            <a:ext cx="24432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AC2ED64F-D7E1-F246-8501-B3E2CEC21883}"/>
              </a:ext>
            </a:extLst>
          </p:cNvPr>
          <p:cNvSpPr txBox="1"/>
          <p:nvPr/>
        </p:nvSpPr>
        <p:spPr>
          <a:xfrm>
            <a:off x="280218" y="6023890"/>
            <a:ext cx="16628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rPr>
              <a:t>Provider</a:t>
            </a:r>
            <a:endParaRPr lang="en-US" sz="1000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EE709DD-0C90-6E2A-B128-00D101654F03}"/>
              </a:ext>
            </a:extLst>
          </p:cNvPr>
          <p:cNvSpPr txBox="1"/>
          <p:nvPr/>
        </p:nvSpPr>
        <p:spPr>
          <a:xfrm>
            <a:off x="284770" y="5777669"/>
            <a:ext cx="16583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rPr>
              <a:t>……………………………</a:t>
            </a:r>
            <a:endParaRPr lang="en-US" sz="1000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35A1298-07CF-915B-9809-2CA2B5249069}"/>
              </a:ext>
            </a:extLst>
          </p:cNvPr>
          <p:cNvSpPr txBox="1"/>
          <p:nvPr/>
        </p:nvSpPr>
        <p:spPr>
          <a:xfrm>
            <a:off x="4922275" y="6023890"/>
            <a:ext cx="16628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rPr>
              <a:t>Client</a:t>
            </a:r>
            <a:endParaRPr lang="en-US" sz="1000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B0363DD-E1F1-375B-A6E3-A49803C3655D}"/>
              </a:ext>
            </a:extLst>
          </p:cNvPr>
          <p:cNvSpPr txBox="1"/>
          <p:nvPr/>
        </p:nvSpPr>
        <p:spPr>
          <a:xfrm>
            <a:off x="4926827" y="5777669"/>
            <a:ext cx="16583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rPr>
              <a:t>……………………………</a:t>
            </a:r>
            <a:endParaRPr lang="en-US" sz="1000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21D0C1-2529-C9B6-77D4-372B8FC1B620}"/>
              </a:ext>
            </a:extLst>
          </p:cNvPr>
          <p:cNvSpPr txBox="1"/>
          <p:nvPr/>
        </p:nvSpPr>
        <p:spPr>
          <a:xfrm>
            <a:off x="2523143" y="6570416"/>
            <a:ext cx="18117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rPr>
              <a:t>Terms of Service &amp; Appreciation</a:t>
            </a:r>
            <a:endParaRPr lang="en-US" sz="1000" b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0F53045-C660-C3DE-E4C9-07B4DC5E62FB}"/>
              </a:ext>
            </a:extLst>
          </p:cNvPr>
          <p:cNvSpPr txBox="1"/>
          <p:nvPr/>
        </p:nvSpPr>
        <p:spPr>
          <a:xfrm>
            <a:off x="817871" y="6816786"/>
            <a:ext cx="5479692" cy="14534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latin typeface="+mj-lt"/>
              </a:rPr>
              <a:t>We stand by our products, offering repairs for any failures within the warranty period.</a:t>
            </a:r>
          </a:p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latin typeface="+mj-lt"/>
              </a:rPr>
              <a:t>Thank you for choosing Quantum Blaze Software Solution for your software needs.</a:t>
            </a:r>
          </a:p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latin typeface="+mj-lt"/>
              </a:rPr>
              <a:t>For inquiries, support, or additional services, please don't hesitate to contact us at </a:t>
            </a:r>
            <a:r>
              <a:rPr lang="en-US" sz="1000" u="sng" dirty="0">
                <a:latin typeface="+mj-lt"/>
              </a:rPr>
              <a:t>quantumblazesoftwaresolution@gmail.com</a:t>
            </a:r>
            <a:r>
              <a:rPr lang="en-US" sz="1000" dirty="0">
                <a:latin typeface="+mj-lt"/>
              </a:rPr>
              <a:t>.</a:t>
            </a:r>
          </a:p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latin typeface="+mj-lt"/>
              </a:rPr>
              <a:t>We appreciate your business and look forward to continuing to serve you with excellence.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latin typeface="+mj-lt"/>
              </a:rPr>
              <a:t>Pay the due payment before the deadline to ensure uninterrupted service.</a:t>
            </a:r>
            <a:endParaRPr lang="en-US" sz="1000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602D06B-8DCC-7C16-8E17-070E79B58A6E}"/>
              </a:ext>
            </a:extLst>
          </p:cNvPr>
          <p:cNvSpPr/>
          <p:nvPr/>
        </p:nvSpPr>
        <p:spPr>
          <a:xfrm>
            <a:off x="0" y="8670712"/>
            <a:ext cx="6858000" cy="1232178"/>
          </a:xfrm>
          <a:prstGeom prst="rect">
            <a:avLst/>
          </a:prstGeom>
          <a:solidFill>
            <a:srgbClr val="000A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+mj-lt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5C628F1-48D5-DBC0-D140-10B6CB0A491C}"/>
              </a:ext>
            </a:extLst>
          </p:cNvPr>
          <p:cNvSpPr txBox="1"/>
          <p:nvPr/>
        </p:nvSpPr>
        <p:spPr>
          <a:xfrm>
            <a:off x="1513889" y="8905433"/>
            <a:ext cx="38226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+mj-lt"/>
              </a:rPr>
              <a:t>For any inquiries or assistance, please reach out to us at:</a:t>
            </a:r>
          </a:p>
        </p:txBody>
      </p:sp>
      <p:pic>
        <p:nvPicPr>
          <p:cNvPr id="69" name="Graphic 68" descr="Receiver with solid fill">
            <a:extLst>
              <a:ext uri="{FF2B5EF4-FFF2-40B4-BE49-F238E27FC236}">
                <a16:creationId xmlns:a16="http://schemas.microsoft.com/office/drawing/2014/main" id="{A1181583-1090-5A0E-6064-D550F1561F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16764" y="9578303"/>
            <a:ext cx="203274" cy="203274"/>
          </a:xfrm>
          <a:prstGeom prst="rect">
            <a:avLst/>
          </a:prstGeom>
        </p:spPr>
      </p:pic>
      <p:pic>
        <p:nvPicPr>
          <p:cNvPr id="71" name="Graphic 70" descr="Envelope with solid fill">
            <a:extLst>
              <a:ext uri="{FF2B5EF4-FFF2-40B4-BE49-F238E27FC236}">
                <a16:creationId xmlns:a16="http://schemas.microsoft.com/office/drawing/2014/main" id="{589CA959-F258-C446-7D84-F606D8452F3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13889" y="9571695"/>
            <a:ext cx="203274" cy="203274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F787F459-26D2-1611-93C9-A867ADB5A160}"/>
              </a:ext>
            </a:extLst>
          </p:cNvPr>
          <p:cNvSpPr txBox="1"/>
          <p:nvPr/>
        </p:nvSpPr>
        <p:spPr>
          <a:xfrm>
            <a:off x="1717163" y="9544731"/>
            <a:ext cx="24123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+mj-lt"/>
              </a:rPr>
              <a:t>quantumblazesoftwarsolution@gmail.com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0F95C11-D75F-42F8-35B0-417CB05C352D}"/>
              </a:ext>
            </a:extLst>
          </p:cNvPr>
          <p:cNvSpPr txBox="1"/>
          <p:nvPr/>
        </p:nvSpPr>
        <p:spPr>
          <a:xfrm>
            <a:off x="4520038" y="9544730"/>
            <a:ext cx="109821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+mj-lt"/>
              </a:rPr>
              <a:t>+94 78 805 6838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C9316D7-5EB3-41F7-54E7-B6ACDC9F7DDE}"/>
              </a:ext>
            </a:extLst>
          </p:cNvPr>
          <p:cNvCxnSpPr>
            <a:cxnSpLocks/>
          </p:cNvCxnSpPr>
          <p:nvPr/>
        </p:nvCxnSpPr>
        <p:spPr>
          <a:xfrm>
            <a:off x="1353000" y="9279172"/>
            <a:ext cx="4152000" cy="0"/>
          </a:xfrm>
          <a:prstGeom prst="line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3" name="Picture 2" descr="Blue Black Background Images – Browse 10,268,741 Stock ...">
            <a:extLst>
              <a:ext uri="{FF2B5EF4-FFF2-40B4-BE49-F238E27FC236}">
                <a16:creationId xmlns:a16="http://schemas.microsoft.com/office/drawing/2014/main" id="{E4B0455B-E6EE-2228-AEEB-419CC28AA0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8670712"/>
            <a:ext cx="6858001" cy="1235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29037514-F0DA-4311-789B-5916B3660F8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243" y="5546064"/>
            <a:ext cx="666208" cy="354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9014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258</TotalTime>
  <Words>227</Words>
  <Application>Microsoft Office PowerPoint</Application>
  <PresentationFormat>A4 Paper (210x297 mm)</PresentationFormat>
  <Paragraphs>46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 ExtraBold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Vihanga Heshan</dc:creator>
  <cp:lastModifiedBy>Vihanga Heshan</cp:lastModifiedBy>
  <cp:revision>6</cp:revision>
  <dcterms:created xsi:type="dcterms:W3CDTF">2025-06-20T17:07:32Z</dcterms:created>
  <dcterms:modified xsi:type="dcterms:W3CDTF">2025-06-20T21:25:44Z</dcterms:modified>
</cp:coreProperties>
</file>