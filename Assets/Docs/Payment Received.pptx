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1E"/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65" autoAdjust="0"/>
    <p:restoredTop sz="94660"/>
  </p:normalViewPr>
  <p:slideViewPr>
    <p:cSldViewPr snapToGrid="0">
      <p:cViewPr>
        <p:scale>
          <a:sx n="125" d="100"/>
          <a:sy n="125" d="100"/>
        </p:scale>
        <p:origin x="1866" y="-168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6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1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6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2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5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A4FEC-236F-4868-8F03-87BECBE3AFD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524CD-2809-4799-AB67-292A595C7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5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5ADE3A15-5A78-BE79-7C63-8ECC9C05022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8" t="9045" r="19926" b="12385"/>
          <a:stretch>
            <a:fillRect/>
          </a:stretch>
        </p:blipFill>
        <p:spPr>
          <a:xfrm>
            <a:off x="1445727" y="2398954"/>
            <a:ext cx="3966546" cy="51194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1C5C95-DE04-A468-4DB1-911AEE2A504F}"/>
              </a:ext>
            </a:extLst>
          </p:cNvPr>
          <p:cNvSpPr/>
          <p:nvPr/>
        </p:nvSpPr>
        <p:spPr>
          <a:xfrm>
            <a:off x="0" y="1"/>
            <a:ext cx="6858000" cy="145415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j-lt"/>
            </a:endParaRPr>
          </a:p>
        </p:txBody>
      </p:sp>
      <p:pic>
        <p:nvPicPr>
          <p:cNvPr id="1026" name="Picture 2" descr="Blue Black Background Images – Browse 10,268,741 Stock ...">
            <a:extLst>
              <a:ext uri="{FF2B5EF4-FFF2-40B4-BE49-F238E27FC236}">
                <a16:creationId xmlns:a16="http://schemas.microsoft.com/office/drawing/2014/main" id="{E44C5DCF-3FA6-6F33-D17D-14970A892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6858000" cy="14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C32731-0715-8D04-33FF-B021EE607328}"/>
              </a:ext>
            </a:extLst>
          </p:cNvPr>
          <p:cNvGrpSpPr/>
          <p:nvPr/>
        </p:nvGrpSpPr>
        <p:grpSpPr>
          <a:xfrm>
            <a:off x="219262" y="331316"/>
            <a:ext cx="6419476" cy="677109"/>
            <a:chOff x="158304" y="427198"/>
            <a:chExt cx="6419476" cy="67710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37042F-94E3-8805-750B-1E614CBA2B8D}"/>
                </a:ext>
              </a:extLst>
            </p:cNvPr>
            <p:cNvSpPr txBox="1"/>
            <p:nvPr/>
          </p:nvSpPr>
          <p:spPr>
            <a:xfrm>
              <a:off x="3531327" y="597960"/>
              <a:ext cx="3046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ExtraBold" panose="020B0004020202020204" pitchFamily="34" charset="0"/>
                </a:rPr>
                <a:t>PAYMENT RECEIVED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7BA6CE-3ABA-B335-117F-66D2E389C7B6}"/>
                </a:ext>
              </a:extLst>
            </p:cNvPr>
            <p:cNvSpPr txBox="1"/>
            <p:nvPr/>
          </p:nvSpPr>
          <p:spPr>
            <a:xfrm>
              <a:off x="158304" y="427198"/>
              <a:ext cx="2687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ptos ExtraBold" panose="020B0004020202020204" pitchFamily="34" charset="0"/>
                </a:rPr>
                <a:t>QUANTUM BLAZE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989343-FBA4-8CEE-FB75-220EAFE872BC}"/>
                </a:ext>
              </a:extLst>
            </p:cNvPr>
            <p:cNvSpPr txBox="1"/>
            <p:nvPr/>
          </p:nvSpPr>
          <p:spPr>
            <a:xfrm>
              <a:off x="957433" y="888863"/>
              <a:ext cx="108944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SOFTWARE SOLUTION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240D945-2394-947A-58AF-0665AB0F6D1A}"/>
              </a:ext>
            </a:extLst>
          </p:cNvPr>
          <p:cNvSpPr txBox="1"/>
          <p:nvPr/>
        </p:nvSpPr>
        <p:spPr>
          <a:xfrm>
            <a:off x="280218" y="1739145"/>
            <a:ext cx="5613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FROM: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EBAD-584A-6A55-9109-9D53AB013858}"/>
              </a:ext>
            </a:extLst>
          </p:cNvPr>
          <p:cNvSpPr txBox="1"/>
          <p:nvPr/>
        </p:nvSpPr>
        <p:spPr>
          <a:xfrm>
            <a:off x="280218" y="1985366"/>
            <a:ext cx="2630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QUANTUM BLAZE Software Solution</a:t>
            </a:r>
          </a:p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quantumblazesoftwaresolution@gmail.com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52A09-3943-0711-07BE-004EF785194A}"/>
              </a:ext>
            </a:extLst>
          </p:cNvPr>
          <p:cNvSpPr txBox="1"/>
          <p:nvPr/>
        </p:nvSpPr>
        <p:spPr>
          <a:xfrm>
            <a:off x="5689396" y="1739145"/>
            <a:ext cx="888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INVOICE TO: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55E619-857D-7F31-0963-E48BA5CA371D}"/>
              </a:ext>
            </a:extLst>
          </p:cNvPr>
          <p:cNvSpPr txBox="1"/>
          <p:nvPr/>
        </p:nvSpPr>
        <p:spPr>
          <a:xfrm>
            <a:off x="4145430" y="1985366"/>
            <a:ext cx="2427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Milani Wijewardhana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Ayusha Pharmacy &amp; Grocery,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No, 55 /1/2, Welikadamulla, Attanagalla.</a:t>
            </a:r>
          </a:p>
          <a:p>
            <a:pPr algn="r"/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INVOICE DATE:</a:t>
            </a:r>
          </a:p>
          <a:p>
            <a:pPr algn="r"/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-- Aug, 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71A6DD-9DE5-3E6D-28D3-170D667B1DD5}"/>
              </a:ext>
            </a:extLst>
          </p:cNvPr>
          <p:cNvCxnSpPr>
            <a:cxnSpLocks/>
          </p:cNvCxnSpPr>
          <p:nvPr/>
        </p:nvCxnSpPr>
        <p:spPr>
          <a:xfrm>
            <a:off x="280218" y="3001029"/>
            <a:ext cx="629756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AB02D97-ABD0-EB80-DA12-6C2F08FA8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6003"/>
              </p:ext>
            </p:extLst>
          </p:nvPr>
        </p:nvGraphicFramePr>
        <p:xfrm>
          <a:off x="272845" y="3198009"/>
          <a:ext cx="6304936" cy="457200"/>
        </p:xfrm>
        <a:graphic>
          <a:graphicData uri="http://schemas.openxmlformats.org/drawingml/2006/table">
            <a:tbl>
              <a:tblPr/>
              <a:tblGrid>
                <a:gridCol w="454076">
                  <a:extLst>
                    <a:ext uri="{9D8B030D-6E8A-4147-A177-3AD203B41FA5}">
                      <a16:colId xmlns:a16="http://schemas.microsoft.com/office/drawing/2014/main" val="1115069996"/>
                    </a:ext>
                  </a:extLst>
                </a:gridCol>
                <a:gridCol w="2261794">
                  <a:extLst>
                    <a:ext uri="{9D8B030D-6E8A-4147-A177-3AD203B41FA5}">
                      <a16:colId xmlns:a16="http://schemas.microsoft.com/office/drawing/2014/main" val="358656254"/>
                    </a:ext>
                  </a:extLst>
                </a:gridCol>
                <a:gridCol w="1355586">
                  <a:extLst>
                    <a:ext uri="{9D8B030D-6E8A-4147-A177-3AD203B41FA5}">
                      <a16:colId xmlns:a16="http://schemas.microsoft.com/office/drawing/2014/main" val="3794008429"/>
                    </a:ext>
                  </a:extLst>
                </a:gridCol>
                <a:gridCol w="1145691">
                  <a:extLst>
                    <a:ext uri="{9D8B030D-6E8A-4147-A177-3AD203B41FA5}">
                      <a16:colId xmlns:a16="http://schemas.microsoft.com/office/drawing/2014/main" val="4124529100"/>
                    </a:ext>
                  </a:extLst>
                </a:gridCol>
                <a:gridCol w="1087789">
                  <a:extLst>
                    <a:ext uri="{9D8B030D-6E8A-4147-A177-3AD203B41FA5}">
                      <a16:colId xmlns:a16="http://schemas.microsoft.com/office/drawing/2014/main" val="3094348763"/>
                    </a:ext>
                  </a:extLst>
                </a:gridCol>
              </a:tblGrid>
              <a:tr h="206477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#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Product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Amount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Due Amount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ptos" panose="020B0004020202020204" pitchFamily="34" charset="0"/>
                        </a:rPr>
                        <a:t>Paid</a:t>
                      </a: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757470"/>
                  </a:ext>
                </a:extLst>
              </a:tr>
              <a:tr h="206477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System software</a:t>
                      </a:r>
                      <a:endParaRPr lang="en-US" sz="800" dirty="0">
                        <a:latin typeface="Aptos" panose="020B00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Rs. 52,000.00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Rs. 34,000.00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Aptos" panose="020B0004020202020204" pitchFamily="34" charset="0"/>
                        </a:rPr>
                        <a:t>Rs. 52,000.00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185109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9145A797-5AED-5C39-BC4C-6F3D92F34739}"/>
              </a:ext>
            </a:extLst>
          </p:cNvPr>
          <p:cNvSpPr txBox="1"/>
          <p:nvPr/>
        </p:nvSpPr>
        <p:spPr>
          <a:xfrm>
            <a:off x="280218" y="4365742"/>
            <a:ext cx="2797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This project is eligible for a 6-month Warranty! </a:t>
            </a:r>
            <a:r>
              <a:rPr lang="en-US" sz="1000" dirty="0">
                <a:solidFill>
                  <a:srgbClr val="FF0000"/>
                </a:solidFill>
                <a:latin typeface="Aptos" panose="020B0004020202020204" pitchFamily="34" charset="0"/>
              </a:rPr>
              <a:t>*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0B9158-5A6D-2197-58C1-659C2290BCB1}"/>
              </a:ext>
            </a:extLst>
          </p:cNvPr>
          <p:cNvSpPr txBox="1"/>
          <p:nvPr/>
        </p:nvSpPr>
        <p:spPr>
          <a:xfrm>
            <a:off x="5274596" y="4365742"/>
            <a:ext cx="13031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52,000.00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E730E4-F7D3-753C-48E3-D84BF5588066}"/>
              </a:ext>
            </a:extLst>
          </p:cNvPr>
          <p:cNvSpPr txBox="1"/>
          <p:nvPr/>
        </p:nvSpPr>
        <p:spPr>
          <a:xfrm>
            <a:off x="5336502" y="4617181"/>
            <a:ext cx="1241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18,000.00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018DF0-1B9A-7F49-70C1-CBE5BE4970ED}"/>
              </a:ext>
            </a:extLst>
          </p:cNvPr>
          <p:cNvSpPr txBox="1"/>
          <p:nvPr/>
        </p:nvSpPr>
        <p:spPr>
          <a:xfrm>
            <a:off x="5861712" y="4863402"/>
            <a:ext cx="7160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0%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32794-E3CC-18A6-D569-13AF446B6305}"/>
              </a:ext>
            </a:extLst>
          </p:cNvPr>
          <p:cNvSpPr txBox="1"/>
          <p:nvPr/>
        </p:nvSpPr>
        <p:spPr>
          <a:xfrm>
            <a:off x="4129549" y="4365742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Gros Amount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2EBBE2-538C-826E-E78E-F86A35A29CFF}"/>
              </a:ext>
            </a:extLst>
          </p:cNvPr>
          <p:cNvSpPr txBox="1"/>
          <p:nvPr/>
        </p:nvSpPr>
        <p:spPr>
          <a:xfrm>
            <a:off x="4129549" y="4617181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Upfront Payment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4D2AE3-F7F3-553A-21B6-CD67A9D765F9}"/>
              </a:ext>
            </a:extLst>
          </p:cNvPr>
          <p:cNvSpPr txBox="1"/>
          <p:nvPr/>
        </p:nvSpPr>
        <p:spPr>
          <a:xfrm>
            <a:off x="4129549" y="4863402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Discount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C3E7FA-FF08-E5ED-5B1A-150DCD41DBD7}"/>
              </a:ext>
            </a:extLst>
          </p:cNvPr>
          <p:cNvCxnSpPr>
            <a:cxnSpLocks/>
          </p:cNvCxnSpPr>
          <p:nvPr/>
        </p:nvCxnSpPr>
        <p:spPr>
          <a:xfrm>
            <a:off x="4129549" y="5114172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1CDCBDE-2EB0-A9BC-E2C8-5E688348F8E9}"/>
              </a:ext>
            </a:extLst>
          </p:cNvPr>
          <p:cNvSpPr txBox="1"/>
          <p:nvPr/>
        </p:nvSpPr>
        <p:spPr>
          <a:xfrm>
            <a:off x="5505000" y="5160165"/>
            <a:ext cx="1072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LKR: 34,000.00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AC4F38-9C20-C858-888A-B43C81989B5F}"/>
              </a:ext>
            </a:extLst>
          </p:cNvPr>
          <p:cNvSpPr txBox="1"/>
          <p:nvPr/>
        </p:nvSpPr>
        <p:spPr>
          <a:xfrm>
            <a:off x="4129549" y="5160165"/>
            <a:ext cx="1282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Net Amount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08295A-3DA9-4285-A694-D364F81947C3}"/>
              </a:ext>
            </a:extLst>
          </p:cNvPr>
          <p:cNvCxnSpPr>
            <a:cxnSpLocks/>
          </p:cNvCxnSpPr>
          <p:nvPr/>
        </p:nvCxnSpPr>
        <p:spPr>
          <a:xfrm>
            <a:off x="4129549" y="5404858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D27D078-B4A7-5550-8409-89739F92DF57}"/>
              </a:ext>
            </a:extLst>
          </p:cNvPr>
          <p:cNvCxnSpPr>
            <a:cxnSpLocks/>
          </p:cNvCxnSpPr>
          <p:nvPr/>
        </p:nvCxnSpPr>
        <p:spPr>
          <a:xfrm>
            <a:off x="4129549" y="5429880"/>
            <a:ext cx="24432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C2ED64F-D7E1-F246-8501-B3E2CEC21883}"/>
              </a:ext>
            </a:extLst>
          </p:cNvPr>
          <p:cNvSpPr txBox="1"/>
          <p:nvPr/>
        </p:nvSpPr>
        <p:spPr>
          <a:xfrm>
            <a:off x="280218" y="6319190"/>
            <a:ext cx="166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Provider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E709DD-0C90-6E2A-B128-00D101654F03}"/>
              </a:ext>
            </a:extLst>
          </p:cNvPr>
          <p:cNvSpPr txBox="1"/>
          <p:nvPr/>
        </p:nvSpPr>
        <p:spPr>
          <a:xfrm>
            <a:off x="284770" y="6072969"/>
            <a:ext cx="1658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……………………………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5A1298-07CF-915B-9809-2CA2B5249069}"/>
              </a:ext>
            </a:extLst>
          </p:cNvPr>
          <p:cNvSpPr txBox="1"/>
          <p:nvPr/>
        </p:nvSpPr>
        <p:spPr>
          <a:xfrm>
            <a:off x="4922275" y="6319190"/>
            <a:ext cx="166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Client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0363DD-E1F1-375B-A6E3-A49803C3655D}"/>
              </a:ext>
            </a:extLst>
          </p:cNvPr>
          <p:cNvSpPr txBox="1"/>
          <p:nvPr/>
        </p:nvSpPr>
        <p:spPr>
          <a:xfrm>
            <a:off x="4926827" y="6072969"/>
            <a:ext cx="1658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……………………………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21D0C1-2529-C9B6-77D4-372B8FC1B620}"/>
              </a:ext>
            </a:extLst>
          </p:cNvPr>
          <p:cNvSpPr txBox="1"/>
          <p:nvPr/>
        </p:nvSpPr>
        <p:spPr>
          <a:xfrm>
            <a:off x="2523143" y="6849554"/>
            <a:ext cx="2036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Terms of Service &amp; Appreciation</a:t>
            </a:r>
            <a:endParaRPr lang="en-US" sz="10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F53045-C660-C3DE-E4C9-07B4DC5E62FB}"/>
              </a:ext>
            </a:extLst>
          </p:cNvPr>
          <p:cNvSpPr txBox="1"/>
          <p:nvPr/>
        </p:nvSpPr>
        <p:spPr>
          <a:xfrm>
            <a:off x="817871" y="7095924"/>
            <a:ext cx="5479692" cy="1453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We stand by our products, offering repairs for any failures within the warranty period.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Thank you for choosing Quantum Blaze Software Solution for your software needs.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For inquiries, support, or additional services, please don't hesitate to contact us at </a:t>
            </a:r>
            <a:r>
              <a:rPr lang="en-US" sz="1000" u="sng" dirty="0">
                <a:latin typeface="Aptos" panose="020B0004020202020204" pitchFamily="34" charset="0"/>
              </a:rPr>
              <a:t>quantumblazesoftwaresolution@gmail.com</a:t>
            </a:r>
            <a:r>
              <a:rPr lang="en-US" sz="1000" dirty="0">
                <a:latin typeface="Aptos" panose="020B0004020202020204" pitchFamily="34" charset="0"/>
              </a:rPr>
              <a:t>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We appreciate your business and look forward to continuing to serve you with excellence.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ptos" panose="020B0004020202020204" pitchFamily="34" charset="0"/>
              </a:rPr>
              <a:t>Pay the due payment before the deadline to ensure uninterrupted service.</a:t>
            </a:r>
            <a:endParaRPr lang="en-US" sz="1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02D06B-8DCC-7C16-8E17-070E79B58A6E}"/>
              </a:ext>
            </a:extLst>
          </p:cNvPr>
          <p:cNvSpPr/>
          <p:nvPr/>
        </p:nvSpPr>
        <p:spPr>
          <a:xfrm>
            <a:off x="0" y="8670712"/>
            <a:ext cx="6858000" cy="1232178"/>
          </a:xfrm>
          <a:prstGeom prst="rect">
            <a:avLst/>
          </a:prstGeom>
          <a:solidFill>
            <a:srgbClr val="000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j-lt"/>
            </a:endParaRPr>
          </a:p>
        </p:txBody>
      </p:sp>
      <p:pic>
        <p:nvPicPr>
          <p:cNvPr id="83" name="Picture 2" descr="Blue Black Background Images – Browse 10,268,741 Stock ...">
            <a:extLst>
              <a:ext uri="{FF2B5EF4-FFF2-40B4-BE49-F238E27FC236}">
                <a16:creationId xmlns:a16="http://schemas.microsoft.com/office/drawing/2014/main" id="{E4B0455B-E6EE-2228-AEEB-419CC28AA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670712"/>
            <a:ext cx="6858001" cy="123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5C628F1-48D5-DBC0-D140-10B6CB0A491C}"/>
              </a:ext>
            </a:extLst>
          </p:cNvPr>
          <p:cNvSpPr txBox="1"/>
          <p:nvPr/>
        </p:nvSpPr>
        <p:spPr>
          <a:xfrm>
            <a:off x="1513889" y="8905433"/>
            <a:ext cx="38226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+mj-lt"/>
              </a:rPr>
              <a:t>For any inquiries or assistance, please reach out to us at:</a:t>
            </a:r>
          </a:p>
        </p:txBody>
      </p:sp>
      <p:pic>
        <p:nvPicPr>
          <p:cNvPr id="69" name="Graphic 68" descr="Receiver with solid fill">
            <a:extLst>
              <a:ext uri="{FF2B5EF4-FFF2-40B4-BE49-F238E27FC236}">
                <a16:creationId xmlns:a16="http://schemas.microsoft.com/office/drawing/2014/main" id="{A1181583-1090-5A0E-6064-D550F1561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764" y="9578303"/>
            <a:ext cx="203274" cy="203274"/>
          </a:xfrm>
          <a:prstGeom prst="rect">
            <a:avLst/>
          </a:prstGeom>
        </p:spPr>
      </p:pic>
      <p:pic>
        <p:nvPicPr>
          <p:cNvPr id="71" name="Graphic 70" descr="Envelope with solid fill">
            <a:extLst>
              <a:ext uri="{FF2B5EF4-FFF2-40B4-BE49-F238E27FC236}">
                <a16:creationId xmlns:a16="http://schemas.microsoft.com/office/drawing/2014/main" id="{589CA959-F258-C446-7D84-F606D8452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3889" y="9571695"/>
            <a:ext cx="203274" cy="20327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787F459-26D2-1611-93C9-A867ADB5A160}"/>
              </a:ext>
            </a:extLst>
          </p:cNvPr>
          <p:cNvSpPr txBox="1"/>
          <p:nvPr/>
        </p:nvSpPr>
        <p:spPr>
          <a:xfrm>
            <a:off x="1717163" y="9544731"/>
            <a:ext cx="241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</a:rPr>
              <a:t>quantumblazesoftwarsolution@gmail.com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F95C11-D75F-42F8-35B0-417CB05C352D}"/>
              </a:ext>
            </a:extLst>
          </p:cNvPr>
          <p:cNvSpPr txBox="1"/>
          <p:nvPr/>
        </p:nvSpPr>
        <p:spPr>
          <a:xfrm>
            <a:off x="4520038" y="9544730"/>
            <a:ext cx="1098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+mj-lt"/>
              </a:rPr>
              <a:t>+94 78 805 6838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C9316D7-5EB3-41F7-54E7-B6ACDC9F7DDE}"/>
              </a:ext>
            </a:extLst>
          </p:cNvPr>
          <p:cNvCxnSpPr>
            <a:cxnSpLocks/>
          </p:cNvCxnSpPr>
          <p:nvPr/>
        </p:nvCxnSpPr>
        <p:spPr>
          <a:xfrm>
            <a:off x="1353000" y="9279172"/>
            <a:ext cx="415200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29037514-F0DA-4311-789B-5916B3660F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3" y="5841364"/>
            <a:ext cx="666208" cy="3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1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381</TotalTime>
  <Words>200</Words>
  <Application>Microsoft Office PowerPoint</Application>
  <PresentationFormat>A4 Paper (210x297 mm)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ExtraBold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Vihanga Heshan</dc:creator>
  <cp:lastModifiedBy>Vihanga Heshan</cp:lastModifiedBy>
  <cp:revision>9</cp:revision>
  <dcterms:created xsi:type="dcterms:W3CDTF">2025-06-20T17:07:32Z</dcterms:created>
  <dcterms:modified xsi:type="dcterms:W3CDTF">2025-08-06T05:18:46Z</dcterms:modified>
</cp:coreProperties>
</file>